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68" y="1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6F448B-28CE-F53C-22AE-4518E79A1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00E08A8-E87B-EC23-6221-62B57B2F95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A96AE1-B8FD-AC64-A307-69E33DCCA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B31E-25EC-4861-A521-FCECA69F56A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596901-7056-6433-8EFD-532CF60FF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6C1AE6-03AF-9297-E8D8-95F97D262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F4A1-F152-43B4-B435-8C2C5170D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965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2380B5-0092-C109-0F1C-03D8A0E8D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C91C66-7C6A-7D3E-335A-47E6E273A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2B4F5D-C9E5-1D0F-0DBB-82A0D9282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B31E-25EC-4861-A521-FCECA69F56A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DBE0A1-7280-BFD3-1C5B-4B0360CCE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F7CBE2-D70B-005E-DAA3-60CC5F2D0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F4A1-F152-43B4-B435-8C2C5170D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306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A71EFA-6842-2E1D-646A-BE0A229F4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906421-7FAB-AA8D-378B-C2E3CBD80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A9B891-FBD5-9765-E72C-70F7A4AAA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B31E-25EC-4861-A521-FCECA69F56A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6954A5-805D-A326-0372-A1D5F03A2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5C5369-07F0-3C49-D76D-38673F1A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F4A1-F152-43B4-B435-8C2C5170D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430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F91161-DE64-0BBA-6FAC-CD1513A70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CC74FF-67E4-6FEC-D3C3-839EEAB2AA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E094656-925C-6A7D-589A-89EED7376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EA54BA-8CDD-AD94-21C7-613C57CEC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B31E-25EC-4861-A521-FCECA69F56A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568ECE-2A0A-55A3-689B-CAD014D86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63427F-E1B9-3549-672E-D56FCA9B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F4A1-F152-43B4-B435-8C2C5170D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26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939DC6-1E29-9982-569E-10FEDE954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A68DCD-2952-820C-9DFD-11200D2E4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BF8213-A336-12FA-77A0-DE3834699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13DDD52-C25E-B626-552F-35DDCA7DAD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F0E4785-59AE-B716-B199-1F596BC07C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8496C42-6A3B-00D0-EDFE-90BC8F8A2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B31E-25EC-4861-A521-FCECA69F56A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2D87E2D-3362-3457-561A-F66EFAFCC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83C3E3E-D724-326A-DC66-F258E1741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F4A1-F152-43B4-B435-8C2C5170D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310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48DB38-FDF9-8788-915F-AE4C9F511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DE7176A-FF71-BB59-14D9-BDC657D79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B31E-25EC-4861-A521-FCECA69F56A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9329565-0080-5AB7-2EB9-EC73EF386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858E19-D437-A1FF-FEA0-BC04B24A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F4A1-F152-43B4-B435-8C2C5170D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311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2209E4-25F0-0436-02C6-E9685EF5E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B31E-25EC-4861-A521-FCECA69F56A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63842BF-73D9-8269-A402-65797EB6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5547D7-E0E8-4851-47DC-8D17A3258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F4A1-F152-43B4-B435-8C2C5170D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111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081772-CA49-2425-11FE-0F4C4E350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67DC02-9A81-6990-0510-7DD40AEFE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7AD0DC-4F2C-A446-006E-65573CD563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7A4639-0010-170E-0217-814B8CDED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B31E-25EC-4861-A521-FCECA69F56A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77018C-1D16-5D60-0E54-7B97C9CE7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3BF98D-67F0-1130-7819-7CCCE2142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F4A1-F152-43B4-B435-8C2C5170D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832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2BB384-2348-5751-F465-F51F54E5F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83EE398-9399-93BA-5118-924BE2B235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CE7CE83-DE01-7276-528E-F52D4D8D4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2E5BB8-ADDA-E3AA-B84C-BB2E02C03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B31E-25EC-4861-A521-FCECA69F56A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F7B815-79D7-B838-7405-041487AD3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16F29D-10CE-C04C-FD24-E0C6BEED3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F4A1-F152-43B4-B435-8C2C5170D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5392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50430F-BAF0-257B-BAA5-D3B6796E3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7B03BD-9678-A168-B4D2-8A3CB6DD0F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2C3C54-E145-7983-915B-81B005770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B31E-25EC-4861-A521-FCECA69F56A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A0D605-D2E6-B9D1-AFCD-FFF745C86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0943D7-F1F8-ED70-D808-FB9FAED5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F4A1-F152-43B4-B435-8C2C5170D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65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2B97A2A-04F4-53DE-FA94-2C93D1BF52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165626-DE19-72B9-2A65-9737A1D76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AF7DA9-8331-F570-5E04-5A19C1E5A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B31E-25EC-4861-A521-FCECA69F56A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EB1AEF-1B1B-1C11-F430-5AA8F5B5C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8A6D0F-5894-7CAD-9B8E-092ED43D0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F4A1-F152-43B4-B435-8C2C5170D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551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9A64524-68BF-27E2-4C9F-6BE16E0D6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A07A30-D462-58BB-7858-3BC4130ED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3D1920-1684-BA37-B717-D89F5F78CF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ECB31E-25EC-4861-A521-FCECA69F56A4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18488A-9E66-8774-4EB7-F76F953AFE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05521B-7310-A01F-D0AB-A0A5D1C148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4F4A1-F152-43B4-B435-8C2C5170DB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72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0194BE02-7AA2-7988-037C-B42C09C3A676}"/>
              </a:ext>
            </a:extLst>
          </p:cNvPr>
          <p:cNvGrpSpPr/>
          <p:nvPr/>
        </p:nvGrpSpPr>
        <p:grpSpPr>
          <a:xfrm>
            <a:off x="-88583" y="0"/>
            <a:ext cx="2298383" cy="2713633"/>
            <a:chOff x="-88583" y="0"/>
            <a:chExt cx="2298383" cy="2713633"/>
          </a:xfrm>
        </p:grpSpPr>
        <p:pic>
          <p:nvPicPr>
            <p:cNvPr id="4" name="图片 3" descr="人和狗躺在地上  AI 生成的内容可能不正确。">
              <a:extLst>
                <a:ext uri="{FF2B5EF4-FFF2-40B4-BE49-F238E27FC236}">
                  <a16:creationId xmlns:a16="http://schemas.microsoft.com/office/drawing/2014/main" id="{5923E66B-6FC4-B24D-87FA-495D2030F1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2159635" cy="2159635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7017E70B-DF89-1DE6-EB5E-2632FDA17160}"/>
                </a:ext>
              </a:extLst>
            </p:cNvPr>
            <p:cNvSpPr txBox="1"/>
            <p:nvPr/>
          </p:nvSpPr>
          <p:spPr>
            <a:xfrm>
              <a:off x="-88583" y="2159635"/>
              <a:ext cx="229838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latinLnBrk="1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Brother protects sister in Nepal. Children are most vulnerable after #</a:t>
              </a:r>
              <a:r>
                <a:rPr lang="en-US" altLang="zh-CN" sz="1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NepalEarthquake</a:t>
              </a:r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join reach to them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B87E504-2DD9-3EFC-C56C-8B0F2C09F260}"/>
              </a:ext>
            </a:extLst>
          </p:cNvPr>
          <p:cNvGrpSpPr/>
          <p:nvPr/>
        </p:nvGrpSpPr>
        <p:grpSpPr>
          <a:xfrm>
            <a:off x="2838607" y="-1"/>
            <a:ext cx="2298383" cy="2636690"/>
            <a:chOff x="2838607" y="-1"/>
            <a:chExt cx="2298383" cy="2636690"/>
          </a:xfrm>
        </p:grpSpPr>
        <p:pic>
          <p:nvPicPr>
            <p:cNvPr id="8" name="图片 7" descr="一群穿着制服的人  AI 生成的内容可能不正确。">
              <a:extLst>
                <a:ext uri="{FF2B5EF4-FFF2-40B4-BE49-F238E27FC236}">
                  <a16:creationId xmlns:a16="http://schemas.microsoft.com/office/drawing/2014/main" id="{C8422342-4DB3-5AD9-84DC-8306D6C02603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2907982" y="-1"/>
              <a:ext cx="2159635" cy="2159635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B9C6AD2-F22F-F147-0BB7-63EB0AF918F4}"/>
                </a:ext>
              </a:extLst>
            </p:cNvPr>
            <p:cNvSpPr txBox="1"/>
            <p:nvPr/>
          </p:nvSpPr>
          <p:spPr>
            <a:xfrm>
              <a:off x="2838607" y="2236579"/>
              <a:ext cx="22983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latinLnBrk="1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Muslims attack university in Kenya 15 dead, hostages taken #garissaattack.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1877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4400</TotalTime>
  <Words>30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祈 楪</dc:creator>
  <cp:lastModifiedBy>祈 楪</cp:lastModifiedBy>
  <cp:revision>2</cp:revision>
  <dcterms:created xsi:type="dcterms:W3CDTF">2026-04-27T09:28:40Z</dcterms:created>
  <dcterms:modified xsi:type="dcterms:W3CDTF">2026-05-02T06:48:18Z</dcterms:modified>
</cp:coreProperties>
</file>