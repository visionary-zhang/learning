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4" r:id="rId4"/>
    <p:sldId id="273" r:id="rId5"/>
    <p:sldId id="276" r:id="rId6"/>
    <p:sldId id="277" r:id="rId7"/>
    <p:sldId id="260" r:id="rId8"/>
    <p:sldId id="269" r:id="rId9"/>
    <p:sldId id="270" r:id="rId10"/>
    <p:sldId id="261" r:id="rId11"/>
    <p:sldId id="271" r:id="rId12"/>
    <p:sldId id="27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86562" autoAdjust="0"/>
  </p:normalViewPr>
  <p:slideViewPr>
    <p:cSldViewPr snapToGrid="0" showGuides="1">
      <p:cViewPr varScale="1">
        <p:scale>
          <a:sx n="65" d="100"/>
          <a:sy n="65" d="100"/>
        </p:scale>
        <p:origin x="56" y="80"/>
      </p:cViewPr>
      <p:guideLst>
        <p:guide orient="horz" pos="2112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7821D-D706-4DD4-95CE-52CCF92123E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92EEC-5A43-47B9-BD96-D1C08A9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51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5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BEBEF-C38C-D8AF-FCA4-4F28F272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D92B44-225F-BE31-57D3-D82E1A4C5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F596D5-143B-7E10-C3C2-C310D6131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0556A6-56CD-7B9B-7242-812E5C7BB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033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354B1-1F07-3741-03ED-5B4C3E9D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DC755F-2C2F-3127-46EE-DFE9935D9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C93559-CD16-BDB8-4FF7-14DEA5C67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B3A0CD-E0F8-7B3C-85E3-5152ECDDA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145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223CB-975A-9AA1-CD26-60104DEF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4495D4-BDE8-3013-A821-04FC987EB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3F1AE5-8A88-6E7A-8A3E-A7CD8C7A2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A98E39-98D1-2710-80DA-A20D0195D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52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6E7E9-4ED6-9717-EB01-1BBE3223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3E46C6-7BB7-2430-65CA-9619CF71E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F2E898-206F-3F1E-A399-DC4C89FDD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0D94D-A560-605E-D8E9-FD68C1FD3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626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897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CB9C2-CC8F-E5A1-94CA-E06F121B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2A14CD-6DBF-BE21-35F0-9D9FFCE23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E85CDD-19CF-5670-234A-17322669F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975D11-4E24-362D-CFFE-15C1E0275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92EEC-5A43-47B9-BD96-D1C08A9714A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504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90EB9-5364-1DA4-CA35-8BBC96870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597684-5797-9EB9-5589-95929C4AA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12E8F1-ED0A-3760-3430-965D3238D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510759-74B2-D3DB-3305-6012DCB16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99EBA0-F619-EAAA-3966-62BF526F1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88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E4AF6-A8B5-3EDB-6942-F687220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335368-B2E9-07EE-5643-7D44E9CC2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8EF472-3EBD-C193-3774-B436978D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68768A-1F67-8C08-59B2-183ABC11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EAEF0C-0B70-CC08-B4FE-27441E20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229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611F0-9840-FE33-4EA4-6705D7035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265635-E241-32F6-47F0-56D3E551D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20ED53-868C-777B-131F-C82624AB5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B9D347-ED16-3DE6-BB33-8F6F050F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2DAEB8-C613-864A-0A93-2EDF41D1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3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B6273-66C2-2B12-4825-3DE180752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F37BF9-4FF3-A949-B069-A7C161EA6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77D9DB-A2CA-AC3A-8B96-83B084461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34D736-75B6-DAAD-AF3A-121F04D3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B93959-0AC2-B7C5-AE9E-27A79F41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406F07-0B00-182E-F754-47C82722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609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F0FE6-3FEB-7809-C57D-6D6EC57C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4A06EE-ED37-87C5-9159-14E2B18E9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81FA8B-F9FF-F08E-FEB8-C31D027E4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8FE0BC-F800-BA4F-D9D2-03105F296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B07DD8-2629-6746-8B35-61408A0AA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9013B7-54C8-7ABE-565C-EA054623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7729F9-433B-30F4-E63A-985058FF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33AF2E-BF63-62B9-120E-A280016AF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8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272B5-8DAB-19CC-735C-1B2D6627E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8FBB19-06E6-177F-A9AC-2772FB907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2DA207-86F6-7B08-38DA-3A46849E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428DCD-857A-EE3C-1687-0426E32C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0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66DFF1-B395-874F-199A-E7373F22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519EBC0-9390-C4CE-8F03-07A738E5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D0090A-CDB9-D62F-0E79-9DF81599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64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6EF27-64C6-54ED-CC8F-6833847E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D983C7-EB8F-9C64-9162-13788357F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FCF1B1-DFDB-77AD-0814-996D7FB87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DC9A2E-7E24-07F6-E169-F22E1C8F7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60C422-14D8-C6CA-2047-EC1E45E81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CBA32E-3760-C4E3-D33C-AACCC2CB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293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47F45-1FE9-4ABA-DD18-75AFE5C2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5F2751-EC19-4DA7-09FB-1DF0C828A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140D0B-675F-77B2-CB80-2F04595EB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E49FDD-027D-CBCF-7AD8-1858B0FD7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652481-C8CA-05E9-9496-9B81971F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5398BC-2491-9878-F51E-B6188816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009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4619C4-3739-5F78-84C4-C4621331D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F7B025-067A-0827-12EF-C7752DCE2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14097F-1907-CF5B-8DD5-DE8E56A1E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CFD444-A95C-47BB-11C1-52486EA3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26F1AE-8BD5-AFCC-4C83-F899AA7F4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465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337317-C9E4-5EAA-760A-FDB0C8705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FCFEB3-AD2A-D6E0-4AE4-A6CAF69C0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207F48-E78C-744F-4E2E-83F33B963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E4483F-3AD5-67DB-83C2-0D53D6A1C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7FBD1-1AE6-0717-4F1B-23A1405A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67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C7D281-F447-7073-6E00-ED90F46DD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9C1853-4942-6B60-4327-D62BFB5B9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4C78D2-4F9C-2145-CF1C-65A65BEAB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7D159-D846-43FD-8AE1-DC0896E64EB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1F6CA2-7041-E997-FB19-9F292A76E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FE874F-5CD5-C1F7-CA01-55EC12DD0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09E64-5D5B-4361-BFA9-B75B9CE551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43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8DFAFF4-6E41-E6DF-2CCE-3D5FEB9D2187}"/>
              </a:ext>
            </a:extLst>
          </p:cNvPr>
          <p:cNvSpPr/>
          <p:nvPr/>
        </p:nvSpPr>
        <p:spPr>
          <a:xfrm>
            <a:off x="4949988" y="1926384"/>
            <a:ext cx="2292023" cy="7850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结合大模型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0A2E51-F5B0-85BB-D1F7-EA6056F3C66B}"/>
              </a:ext>
            </a:extLst>
          </p:cNvPr>
          <p:cNvSpPr txBox="1"/>
          <p:nvPr/>
        </p:nvSpPr>
        <p:spPr>
          <a:xfrm>
            <a:off x="5307495" y="3255570"/>
            <a:ext cx="176916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 dirty="0">
                <a:latin typeface="Times New Roman" panose="02020603050405020304" pitchFamily="18" charset="0"/>
                <a:ea typeface="SimSun" panose="02010600030101010101" pitchFamily="2" charset="-122"/>
              </a:rPr>
              <a:t>     张波</a:t>
            </a:r>
            <a:endParaRPr lang="en-US" altLang="zh-CN" sz="2600" b="1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18" charset="0"/>
                <a:ea typeface="SimSun" panose="02010600030101010101" pitchFamily="2" charset="-122"/>
              </a:rPr>
              <a:t>  2026.4.29</a:t>
            </a:r>
            <a:r>
              <a:rPr lang="zh-CN" altLang="en-US" sz="2600" b="1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8504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5A56E49-CB7D-6C16-5D56-596D7883599E}"/>
              </a:ext>
            </a:extLst>
          </p:cNvPr>
          <p:cNvSpPr/>
          <p:nvPr/>
        </p:nvSpPr>
        <p:spPr>
          <a:xfrm>
            <a:off x="16934" y="0"/>
            <a:ext cx="2751666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5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理论知识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0271C4-E9D5-D3C9-BE4D-B0976C3D5836}"/>
              </a:ext>
            </a:extLst>
          </p:cNvPr>
          <p:cNvSpPr txBox="1"/>
          <p:nvPr/>
        </p:nvSpPr>
        <p:spPr>
          <a:xfrm>
            <a:off x="0" y="1453292"/>
            <a:ext cx="121750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 Reinforcement Learning Meets Large Language Models: A Survey of Advancements and Applications Across the LLM Lifecycle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(Author: </a:t>
            </a:r>
            <a:r>
              <a:rPr lang="en-US" altLang="zh-CN" sz="2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Keliang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Liu et al, </a:t>
            </a:r>
            <a:r>
              <a:rPr lang="en-US" altLang="zh-CN" sz="2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arXiv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2025)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2. Proximal Policy Optimization Algorithm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(Author: John Schulman et al, arXiv 2017)</a:t>
            </a:r>
          </a:p>
          <a:p>
            <a:endParaRPr lang="zh-CN" altLang="en-US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 DeepSeekMath: Pushing the Limits of Mathematical Reasoning in Open Language Models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(Author: Zhihong Shao et al, arXiv 2024)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按照先建立框架，再从推理阶段入手，推理阶段中先建立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基础知识，再进一步入手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GRPO)</a:t>
            </a:r>
          </a:p>
        </p:txBody>
      </p:sp>
    </p:spTree>
    <p:extLst>
      <p:ext uri="{BB962C8B-B14F-4D97-AF65-F5344CB8AC3E}">
        <p14:creationId xmlns:p14="http://schemas.microsoft.com/office/powerpoint/2010/main" val="18752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45E97-9867-22E8-81B1-81D4D269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534BB7C-466E-9CC7-B3AD-85A6C2D8CEBE}"/>
              </a:ext>
            </a:extLst>
          </p:cNvPr>
          <p:cNvSpPr/>
          <p:nvPr/>
        </p:nvSpPr>
        <p:spPr>
          <a:xfrm>
            <a:off x="-9939" y="404366"/>
            <a:ext cx="12172749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latinLnBrk="1"/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Meets Large Language Models: A Survey of Advancements and Applications Across the LLM Lifecycle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2BD2AF-E217-862C-652F-7D3085C9ACF7}"/>
              </a:ext>
            </a:extLst>
          </p:cNvPr>
          <p:cNvSpPr txBox="1"/>
          <p:nvPr/>
        </p:nvSpPr>
        <p:spPr>
          <a:xfrm>
            <a:off x="-19878" y="1586913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问题：现有综述对强化学习增强的大语言模型进行了概述，但其覆盖范围往往较为有限，未能全面总结强化学习在大语言模型整个生命周期中的作用机制。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动机：没有找到整篇论文的动机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注：但是对于具体阶段中每个地方的小动机能看出来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贡献：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构建了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pretraining</a:t>
            </a:r>
            <a:r>
              <a:rPr lang="zh-CN" altLang="de-DE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alignment</a:t>
            </a:r>
            <a:r>
              <a:rPr lang="zh-CN" altLang="de-DE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reinforced reasoning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中的作用。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	2.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同时整理了相关数据，指标以及开源工具与平台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接下来我将把重点放在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用于推理阶段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492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071F7-F652-E961-B8F6-AE4551B00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B2C9B09-1D45-2B4D-CAC0-2541E76042C4}"/>
              </a:ext>
            </a:extLst>
          </p:cNvPr>
          <p:cNvSpPr/>
          <p:nvPr/>
        </p:nvSpPr>
        <p:spPr>
          <a:xfrm>
            <a:off x="17560" y="96253"/>
            <a:ext cx="12172749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latinLnBrk="1"/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Meets Large Language Models: A Survey of Advancements and Applications Across the LLM Lifecycle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2624C71-CDDB-1017-5BDA-51195DC9E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6579"/>
            <a:ext cx="5623857" cy="588448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3E053EF-6633-E3B9-BDBE-210EEBB79A22}"/>
              </a:ext>
            </a:extLst>
          </p:cNvPr>
          <p:cNvSpPr txBox="1"/>
          <p:nvPr/>
        </p:nvSpPr>
        <p:spPr>
          <a:xfrm>
            <a:off x="5218584" y="2917814"/>
            <a:ext cx="69734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这图表明了一条基于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架构完整的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用于推理阶段的路线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也表明了各个部分需要注意的问题以及相关方法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58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8D88-822D-CE5B-0D31-EFD36129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B44EB1E-07B7-4AA1-F9A2-7BD2EF435FE3}"/>
              </a:ext>
            </a:extLst>
          </p:cNvPr>
          <p:cNvSpPr/>
          <p:nvPr/>
        </p:nvSpPr>
        <p:spPr>
          <a:xfrm>
            <a:off x="6367" y="0"/>
            <a:ext cx="12172749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相关问题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或者说可能的方向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DCE6A7-C305-F397-1F42-DF54DFE3FD46}"/>
              </a:ext>
            </a:extLst>
          </p:cNvPr>
          <p:cNvSpPr txBox="1"/>
          <p:nvPr/>
        </p:nvSpPr>
        <p:spPr>
          <a:xfrm>
            <a:off x="6367" y="527061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RLVR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de-DE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Reasoning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中：</a:t>
            </a:r>
            <a:endParaRPr lang="en-US" altLang="zh-CN" sz="24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(1). RLVR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技术通过在测试阶段消耗更多计算资源、生成更长的思维链，从而提升了性能。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但是有个问题是，这个思维链的长度是不可控的。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也就是对于简单的问题可能使用更多的资源，对于复杂的问题可能使用较少的资源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RLVR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de-DE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Multimodal Reasoning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中：</a:t>
            </a:r>
            <a:endParaRPr lang="en-US" altLang="zh-CN" sz="24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(1).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在推理过程仍主要局限于文本形式 。在深度整合多模态信息与外部工具的方法方面，仍存在大量探索空间。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这篇综述中没有具体说不足点，后续关注这个方向话再具体阅读相关论文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RLVR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中：</a:t>
            </a:r>
            <a:endParaRPr lang="en-US" altLang="zh-CN" sz="24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(1).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上面我们学习的大模型，其使用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通常是单轮交互，但是对于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来说，其不是单一的决策，而是多步决策连在一起，同时还需要考虑与环境的实时交互。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(2).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Delayed Reward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long-horizon decision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中只对最后的结果判断，但这就造成了，不知道内部到底哪个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出了问题。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850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5827E-0CC9-F1F7-1EC1-E2B5D8862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1138996-DA2C-212B-37EF-4632192AC29E}"/>
              </a:ext>
            </a:extLst>
          </p:cNvPr>
          <p:cNvSpPr/>
          <p:nvPr/>
        </p:nvSpPr>
        <p:spPr>
          <a:xfrm>
            <a:off x="6367" y="0"/>
            <a:ext cx="12172749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相关问题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或者说可能的方向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06CD8A-C3E1-5562-B26B-1FAF62C4AA9E}"/>
              </a:ext>
            </a:extLst>
          </p:cNvPr>
          <p:cNvSpPr txBox="1"/>
          <p:nvPr/>
        </p:nvSpPr>
        <p:spPr>
          <a:xfrm>
            <a:off x="-12884" y="974321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4. Internal Feedback RL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(1). 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RLHF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de-DE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RLVR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都需要外部监督这很耗资源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(2). RLVR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并不会激发真正新颖的推理模式；它只是提高了正确推理路径的采样效率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注：受上面问题启发，设计无需外部的</a:t>
            </a:r>
            <a:r>
              <a:rPr lang="de-DE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verifier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就能内部产生</a:t>
            </a:r>
            <a:r>
              <a:rPr lang="de-DE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reward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de-DE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Internal Feedback RL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，但是这个奖励如何设计？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44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38618-8E21-A3C6-6B9D-7DD17F03B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8F16350-CE2E-E056-0A07-10FFFF8BBAAA}"/>
              </a:ext>
            </a:extLst>
          </p:cNvPr>
          <p:cNvSpPr/>
          <p:nvPr/>
        </p:nvSpPr>
        <p:spPr>
          <a:xfrm>
            <a:off x="0" y="288235"/>
            <a:ext cx="10430933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Proximal Policy Optimization Algorithm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1383C4-994C-7DC7-339F-80F2D84DC619}"/>
              </a:ext>
            </a:extLst>
          </p:cNvPr>
          <p:cNvSpPr txBox="1"/>
          <p:nvPr/>
        </p:nvSpPr>
        <p:spPr>
          <a:xfrm>
            <a:off x="0" y="2029997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问题：如何让策略梯度既稳定，又简单高效的更新？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注：这是简要概括地，因为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abstract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没有明确指出，引言中提出的问题又多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动机：能不能保留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TRPO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稳定更新的优点，同时让算法更简单实现？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注：这也是总结的，没有明确找到受什么启发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方法：对于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其本质就是设计了设计了两个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model(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value)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3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CEE7-BC94-785D-DCCE-795EA61C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3445B86-1F26-C9D4-203D-BB857FDCC4DC}"/>
              </a:ext>
            </a:extLst>
          </p:cNvPr>
          <p:cNvSpPr/>
          <p:nvPr/>
        </p:nvSpPr>
        <p:spPr>
          <a:xfrm>
            <a:off x="16933" y="0"/>
            <a:ext cx="10430933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Proximal Policy Optimization Algorithm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F37C8A1-287C-24F7-D725-09FA9BEE0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56" y="1184496"/>
            <a:ext cx="4419827" cy="45087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69F7A1E-2726-109E-E75D-2B464337D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138" y="1101942"/>
            <a:ext cx="4978656" cy="61598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71BBBB7-B519-40D5-663E-C66180844A49}"/>
              </a:ext>
            </a:extLst>
          </p:cNvPr>
          <p:cNvSpPr txBox="1"/>
          <p:nvPr/>
        </p:nvSpPr>
        <p:spPr>
          <a:xfrm>
            <a:off x="119656" y="17785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这两个公式是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 update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时根据不同方法去限制新策略的更新范围，一个是裁剪，一个是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惩罚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56C4A1-59FC-281F-AE3C-025A030F47EA}"/>
              </a:ext>
            </a:extLst>
          </p:cNvPr>
          <p:cNvSpPr txBox="1"/>
          <p:nvPr/>
        </p:nvSpPr>
        <p:spPr>
          <a:xfrm>
            <a:off x="50469" y="4490553"/>
            <a:ext cx="121415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对于这两个式子，首先通过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GME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求解优势函数，也就是左边的式子。然后反推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V(s)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，也就是右边的式子，其用于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value model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中更新。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40BFD4-68CF-B84E-CDFD-368A83621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705" y="2565920"/>
            <a:ext cx="2320589" cy="5926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8051C14-B365-489D-E595-2B7FC37AD1BF}"/>
              </a:ext>
            </a:extLst>
          </p:cNvPr>
          <p:cNvSpPr txBox="1"/>
          <p:nvPr/>
        </p:nvSpPr>
        <p:spPr>
          <a:xfrm>
            <a:off x="50469" y="3198167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其中这个函数表示概率比，也就是新策略对比老策略的变化幅度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4318A9-6468-42BA-1ED5-E79561D938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9782" y="3946008"/>
            <a:ext cx="2404590" cy="36796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839969A-DEFE-70AE-0FB0-4220E883AA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7970" y="5406928"/>
            <a:ext cx="6714429" cy="5957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9B48803-FAEF-4E2F-3D10-5E51468A62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609" y="3738933"/>
            <a:ext cx="4457611" cy="7098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F2B44CA-4B7A-1000-CED1-66A567796762}"/>
              </a:ext>
            </a:extLst>
          </p:cNvPr>
          <p:cNvSpPr txBox="1"/>
          <p:nvPr/>
        </p:nvSpPr>
        <p:spPr>
          <a:xfrm>
            <a:off x="75703" y="5975233"/>
            <a:ext cx="12141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对于这式子也就是最终优化的目标，当然实际中不是优化期望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037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F5937-A977-4E91-3F89-054AE6664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B0DD575-7C0B-2CFB-2633-31A116111D6A}"/>
              </a:ext>
            </a:extLst>
          </p:cNvPr>
          <p:cNvSpPr/>
          <p:nvPr/>
        </p:nvSpPr>
        <p:spPr>
          <a:xfrm>
            <a:off x="-2318" y="96253"/>
            <a:ext cx="12172749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DeepSeekMath: Pushing the Limits of Mathematical Reasoning in Open Language Models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375B91-3813-40C2-DC8B-3CB4EF074226}"/>
              </a:ext>
            </a:extLst>
          </p:cNvPr>
          <p:cNvSpPr txBox="1"/>
          <p:nvPr/>
        </p:nvSpPr>
        <p:spPr>
          <a:xfrm>
            <a:off x="16933" y="1169470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问题：开源模型在解决复杂数学问题时明显落后于闭源模型。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动机：问题可以作为动机吗？没有明确说明受什么启发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注：但是在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那里提到了如何设计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的启发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方法：基于构建的数据集先进行预训练，随后在后训练过程中先通过指令微调，再进行强化学习推理。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注：这其实就是将强化学习用于推理阶段，后面我将重点介绍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GRPO)</a:t>
            </a:r>
          </a:p>
          <a:p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贡献：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构建了一个高质量数据集。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	2.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提出了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用于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LLM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中。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	3.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统一范式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399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489A-C7F8-FF9B-3EDC-641B9123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47952CB-A7B0-09A4-6B09-7EA699090AA5}"/>
              </a:ext>
            </a:extLst>
          </p:cNvPr>
          <p:cNvSpPr/>
          <p:nvPr/>
        </p:nvSpPr>
        <p:spPr>
          <a:xfrm>
            <a:off x="0" y="105878"/>
            <a:ext cx="10430933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DeepSeekMath: Pushing the Limits of Mathematical Reasoning in Open Language Models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B5EDC4-8EAC-4C8C-9E6C-9DEECE258BDD}"/>
              </a:ext>
            </a:extLst>
          </p:cNvPr>
          <p:cNvSpPr txBox="1"/>
          <p:nvPr/>
        </p:nvSpPr>
        <p:spPr>
          <a:xfrm>
            <a:off x="-4635" y="1338311"/>
            <a:ext cx="1219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的问题：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同时训练一个价值函数与策略模型，导致计算量太大。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		2.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价值函数难以迁移到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LLM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场景中，因为通常只有最后一个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token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会被奖励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			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模型赋予奖励，这使得在每个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token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上学习价值函数变得更加困难。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因此在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的基础上进行更改得到了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		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结合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LLM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更新图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2B7AFF-8347-2898-3555-077651256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5" y="2893275"/>
            <a:ext cx="8114047" cy="342948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4B298B2-1948-84F1-2A26-D3517B9080E9}"/>
              </a:ext>
            </a:extLst>
          </p:cNvPr>
          <p:cNvSpPr txBox="1"/>
          <p:nvPr/>
        </p:nvSpPr>
        <p:spPr>
          <a:xfrm>
            <a:off x="8082504" y="2893275"/>
            <a:ext cx="41048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我认为，这两种方法有一条共同的线：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对于问题，通过当前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回答答案。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然后对答案打分获得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reward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接着去生成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advantage value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，再反馈到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 model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更新策略。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784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03897-52A2-6F6A-47B0-78A8DED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E3C8BFD-2B36-227E-912E-F76384AD5EF6}"/>
              </a:ext>
            </a:extLst>
          </p:cNvPr>
          <p:cNvSpPr/>
          <p:nvPr/>
        </p:nvSpPr>
        <p:spPr>
          <a:xfrm>
            <a:off x="0" y="105878"/>
            <a:ext cx="10430933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DeepSeekMath: Pushing the Limits of Mathematical Reasoning in Open Language Models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6C4C3F-4DEC-AE96-5A5A-4199C258F795}"/>
              </a:ext>
            </a:extLst>
          </p:cNvPr>
          <p:cNvSpPr txBox="1"/>
          <p:nvPr/>
        </p:nvSpPr>
        <p:spPr>
          <a:xfrm>
            <a:off x="-4635" y="1338311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核心公式：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6EDB3F-583F-E721-6881-151893DC1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475" y="1338311"/>
            <a:ext cx="6948956" cy="8582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D521D96-1E9A-C1A0-F651-28A0F43A6BEC}"/>
              </a:ext>
            </a:extLst>
          </p:cNvPr>
          <p:cNvSpPr txBox="1"/>
          <p:nvPr/>
        </p:nvSpPr>
        <p:spPr>
          <a:xfrm>
            <a:off x="88130" y="2282183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首先，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惩罚项直接用到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的更新中。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其次，因为不需要训练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value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模型，因此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advantage value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的求解也与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不同，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用的是组内比较的方式。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三个变体的计算方式不同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最后，因为不需要再训练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value model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因此直接训练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 model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就行。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7FDE94-3772-4A90-60D8-BFCA38309B27}"/>
              </a:ext>
            </a:extLst>
          </p:cNvPr>
          <p:cNvSpPr txBox="1"/>
          <p:nvPr/>
        </p:nvSpPr>
        <p:spPr>
          <a:xfrm>
            <a:off x="88130" y="510419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注意这个范式很有意思，他将如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PPO,GRPO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这些方法按照数据来源，算法和奖励模型划分，但感觉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核心就是数据与梯度系数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2D02411-1AB7-A16D-F957-57AD1F801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087" y="3881268"/>
            <a:ext cx="5016758" cy="91444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BF4C9A0-B4D2-34E4-785C-B34FAD9E55B4}"/>
              </a:ext>
            </a:extLst>
          </p:cNvPr>
          <p:cNvSpPr txBox="1"/>
          <p:nvPr/>
        </p:nvSpPr>
        <p:spPr>
          <a:xfrm>
            <a:off x="88130" y="4022171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统一范式：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358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950A-B995-9658-0F19-6F224B3D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7119C40-C6A8-2E90-F055-90F7CCBB0BB1}"/>
              </a:ext>
            </a:extLst>
          </p:cNvPr>
          <p:cNvSpPr/>
          <p:nvPr/>
        </p:nvSpPr>
        <p:spPr>
          <a:xfrm>
            <a:off x="9939" y="0"/>
            <a:ext cx="10430933" cy="65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思考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结合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C1B415-2A6D-6E16-6B55-76791E5CEF11}"/>
              </a:ext>
            </a:extLst>
          </p:cNvPr>
          <p:cNvSpPr txBox="1"/>
          <p:nvPr/>
        </p:nvSpPr>
        <p:spPr>
          <a:xfrm>
            <a:off x="0" y="850949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这个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Reward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model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如何构建？这是我们模型的基础之一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答：目前我了解到的分为三大类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:1.RLHF 2.RLVR 3. Process Reward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2. Reference Model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从哪来的？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答： 使用在后训练第一步监督微调的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SFT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，注意在使用时冻结参数，目的是用于计算新策略与老策略的差异。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注：在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,KL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一个用于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reward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，一个用于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 update)</a:t>
            </a: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 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Advantage function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是如何确定的？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答：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TD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确定，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使用组内比较。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4. 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的损失函数是如何构建的？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答：在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中我们考虑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损失，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value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损失以及惩罚损失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通过权重合成为总体损失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GRPO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中就较为简便，因为没有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value model 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所以直接优化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policy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损失。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722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5116</TotalTime>
  <Words>1394</Words>
  <Application>Microsoft Office PowerPoint</Application>
  <PresentationFormat>宽屏</PresentationFormat>
  <Paragraphs>116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SimSun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祈 楪</dc:creator>
  <cp:lastModifiedBy>祈 楪</cp:lastModifiedBy>
  <cp:revision>9</cp:revision>
  <dcterms:created xsi:type="dcterms:W3CDTF">2026-04-04T12:35:27Z</dcterms:created>
  <dcterms:modified xsi:type="dcterms:W3CDTF">2026-04-29T19:06:57Z</dcterms:modified>
</cp:coreProperties>
</file>